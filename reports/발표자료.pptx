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LLAI 지수 설계·수집·정제·분석·시각화 코드 전부 자체 개발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분석 주제·방법론 골격은 본 과목 제안서에서 직접 설계 → 기말에 구현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외부에서 가져온 것은 '공개 raw data'와 '경계 파일'뿐 (모두 출처 명시)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KOSIS·사법연감·법률구조공단·대한변협 / GeoJSON / 2009 변호사분포(법률저널)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핵심 요약 — 한 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문제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변호사·법원·법률구조 자원의 지역별 접근성 불균형 정량화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3개 차원(A1 변호사·A2 사건부담·A3 취약계층) → 단일 지수 LLAI(0~100)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변협·사법연감·공단·KOSIS / 13권역·10도단위 / 기준 2024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핵심 발견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① 서울 일극(91 vs 2~24) ② 변호사↑→부담↓(r=−0.85) ③ 수도권우위=서울단독 ④ 변호사 3.4배↑에도 서울집중 71%→76%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인구 대비·사건부담이 접근성 좌우 / 양적 팽창만으론 격차 해소 안 됨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그런데 자원은 어디에 있나?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7712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376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4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클러스터링 · 가설검정(H1~H4) · 코로플레스 지도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 파이프라인 (src/prepare)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자동판별, 가로형→세로형 변환·다중헤더 파싱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표준화(옛/신 명칭), 지역단위 매핑(14지방회·법원관내·도단위 → 권역)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→ 합계 교차검증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6. LLAI는 어떻게 계산되나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전국 최소=0·최대=1로 정규화(A2는 1−값) 후 가중 평균 ×100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0.69·A1n + 0.14·(1−A2n) + 0.17·A3n  (엔트로피 가중치)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30175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A1n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1−A2n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A3n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변호사·사건부담 두 축 모두 전국 최상(1.0) → 거의 만점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최하(0) → 바닥. LLAI는 '전국 상대 위치'를 의미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 ≫ 압도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(사건부담 높음)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 길이=LLAI, 색=클러스터. 서울만 홀로 길고 파랑(별도 그룹).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파랑=고접근성, 빨강=저접근성. 서울만 파랑, 전국이 붉음 → 서울 일극 집중.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8.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비수도권은 왼쪽 위에 뭉침.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9.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 비중 71%→76%↑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하락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제외·재정규화(서울 회색). 색 범위 재조정 → 지방 내부 격차가 보임.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0" y="155448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176"/>
                <a:gridCol w="1408176"/>
                <a:gridCol w="1408176"/>
                <a:gridCol w="1408176"/>
                <a:gridCol w="1408176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LLAI(엔트로피)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변호사(변협 14지방회)·법률구조(공단 10도단위)가 광역시를 도에 묶어 제공 → 시도 분리 불가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결론이 일치(서울 1위·강원 최하)하면 단위 선택에 무관함을 입증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(A2)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전체 법원사건의 약 60%가 등기·공탁(비송) → 변호사 업무량 왜곡 → 실질 소송(본안)만 사용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3종(균등·엔트로피·PCA)인가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자의성 방지 — 어떤 방식이든 서울 1위·강원 최하(강건성) 확인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정규화·방향 보정인가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단위 상이(명·건·비율) → 0~1 통일, A2는 1−값으로 '클수록 좋음' 일치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뜻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권리·의무를 본격 판단하는 소송(민사본안·형사공판·가사). 변호사 업무량 핵심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 등 분쟁 판단이 아닌 절차 사건 → A2에서 제외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변호사(휴업·미개업 제외). A1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경제적 약자 대상 무료·저비용 법률 지원(법률구조공단). A3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기초생활수급자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국민기초생활보장 수급자 = '저소득층' 대리지표(A3 분모)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1인당 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지역내총생산 ÷ 인구. 지역 소득수준(H3 변수)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값을 전국 최소0~최대1로 변환해 단위 다른 지표를 합산 가능하게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 간 차이(정보량)가 큰 지표에 큰 가중치를 주는 객관적 가중법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여러 지표의 공통 변동 축(주성분)을 찾아 가중치로 활용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HHI(허핀달지수)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점유율 제곱의 합(0~1). 클수록 특정 지역 집중 심화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변동계수(CV)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표준편차 ÷ 평균. 단위 무관한 상대적 격차 크기</a:t>
                      </a:r>
                    </a:p>
                  </a:txBody>
                  <a:tcPr anchor="ctr"/>
                </a:tc>
              </a:tr>
              <a:tr h="3798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K-means / 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거리 기반 군집화 / 군집 분리도(최적 K 결정)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