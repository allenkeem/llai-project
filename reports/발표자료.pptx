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82" r:id="rId33"/>
    <p:sldId id="273" r:id="rId24"/>
    <p:sldId id="274" r:id="rId25"/>
    <p:sldId id="275" r:id="rId26"/>
    <p:sldId id="276" r:id="rId27"/>
    <p:sldId id="277" r:id="rId28"/>
    <p:sldId id="278" r:id="rId29"/>
    <p:sldId id="281" r:id="rId32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17.xml"/><Relationship Id="rId32" Type="http://schemas.openxmlformats.org/officeDocument/2006/relationships/slide" Target="slides/slide25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각 지표를 0~1로 환산(1=전국 최고, 0=최저) → 가중치만큼 섞어 ×100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22222"/>
                </a:solidFill>
                <a:latin typeface="Malgun Gothic"/>
              </a:rPr>
              <a:t>• 가중치 = 변호사 0.69 · 안 바쁨 0.14 · 약자지원 0.17 (엔트로피)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C44E52"/>
                </a:solidFill>
                <a:latin typeface="Malgun Gothic"/>
              </a:rPr>
              <a:t>• 서울 = 0.69×1.00 + 0.14×1.00 + 0.17×0.48 = 0.91 → 91점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강원 = 0.69×0 + 0.14×0 + 0.17×0.09 ≈ 0.02 → 2점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– 즉 LLAI = '전국에서 상대적으로 어느 위치냐'를 0~100으로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algun Gothic"/>
              </a:rPr>
              <a:t>분석 기법 — 무엇이 들어가 무엇이 나왔나 (방법 → 결과)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회색 = 입력 · 보라 = LLAI 만드는 과정 · 청록 = 거기서 뽑은 결과(+슬라이드)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8556" y="1508760"/>
            <a:ext cx="3291840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A3730"/>
                </a:solidFill>
                <a:latin typeface="Malgun Gothic"/>
              </a:rPr>
              <a:t>3개 지표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변호사 · 사건부담 · 취약계층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2258568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48556" y="2542032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정규화 + 가중치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Min-Max · 엔트로피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291840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48556" y="3575304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LLAI 점수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가중평균 × 100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308860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4476" y="4325112"/>
            <a:ext cx="0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4476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K-means 군집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서울 별도그룹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(클러스터 색) · 11번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코로플레스 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전국 색지도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(서울만 파랑) · 12번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가설검정 (3종)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Pearson → H2 변호사↔부담 r=−.85 · 13번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HHI·변동계수 → H4 쏠림 .53→.60 · 14번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Mann-Whitney → H1 수도권 차이 · 16·18번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※ PCA · Spearman · Silhouette은 결과로 등장하지 않는 교차검증 보조 — 메인 흐름에서 제외(부록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강건성은 한정 — '서울 1위·강원 최하'만 불변, 2~13위는 가중치에 민감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– (PCA에선 부산이 비서울 1위 · 엔트로피 가중치는 표본 따라 변함)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C — 가중치(0.69)는 어떻게 정해지나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73152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엔트로피 가중치 = 지역마다 '들쭉날쭉한' 지표일수록 큰 비중 (다 비슷하면 순위 못 매겨 → 비중 작게)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377440"/>
          <a:ext cx="9784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지역 간 차이 (엔트로피↓=쏠림)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가중치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서울 제외 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가장 쏠림 (엔트로피 0.43)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A2 사건부담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중간 (0.88)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0.21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A3 약자지원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거의 고름 (0.86)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변호사 0.69는 '제일 중요해서'가 아니라 '값이 가장 쏠려서' — 그 쏠림은 거의 서울(263명, 13권역 합의 절반) 탓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서울을 빼면 변호사 가중치 0.69 → 0.40 반토막 (들쭉날쭉함이 사라지니까)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⚠️ 순환적 구조 — 분석 대상(서울 쏠림)이 가중치를 정함: 서울 극단 → 변호사 비중↑ → 서울 1위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그래서 '객관적'이 아니라 '데이터의 쏠림이 가중치를 정했다'가 정확 → 균등 가중치 결과도 함께 제시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왜 하필 서울인가? — '수요 주도' 가설 (해석)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2296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변호사를 3.4배 늘려도 안 흩어졌다(H4) → 변호사는 '공급'이 아니라 '수요(일·돈)'를 따라간다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공급 주도라면 — 변호사 3배↑면 빈 곳을 메우며 흩어졌어야. 그런데 서울 집중은 오히려 심화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demand-pull(수요 견인): 변호사는 일·고객·보수가 있는 곳으로 간다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서울의 수요 집적(agglomeration) — 대형로펌·대기업 본사·고부가 자문·상급심(대법원·고법)·금융·정부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선행연구(사법정책연구원 등·21번)도 같은 방향 — 시장 유인 약한 곳은 공적 공급으로 메워야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881360" cy="777240"/>
          </a:xfrm>
          <a:prstGeom prst="roundRect">
            <a:avLst/>
          </a:prstGeom>
          <a:solidFill>
            <a:srgbClr val="FBEEEC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44E52"/>
                </a:solidFill>
                <a:latin typeface="Malgun Gothic"/>
              </a:rPr>
              <a:t>⚠️ 검증된 사실이 아니라 '가설' — 검증엔 지역별 법률수요(기업 수·사건 가액) 데이터 필요(향후 과제). 단 함의는 분명: 수요 주도면 '총량 증원'은 무력 → '분포·공적 공급'이 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