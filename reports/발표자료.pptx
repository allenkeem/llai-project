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438912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점수 맞추기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 (A2는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중요도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(3가지 방식)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사람 임의 X → 결과 흔들림 없나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점수 합치기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점수(LLAI)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관계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 (상관분석)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2방법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집단(수도권 vs 지방)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분포가정 없는 방법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비슷한 곳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그룹화 (군집분석)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수도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쏠림 측정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지도로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 (색지도)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'데이터로 객관적으로 따지기' 위한 표준 통계·기계학습 방법. 이름은 부록 B에 풀어둠 — 지금 외울 필요 없음.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막대가 길수록 점수 높음. 서울만 홀로 길고 파랑(별도 그룹), 나머지는 짧고 빨강.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변호사 많을수록 사건부담↓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맞음 — 수도권이 유리하나 표본 작아 확정 못 함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소득과 접근성의 관계는 뚜렷하지 않음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권역이 10~13개로 적어 통계적 확신에는 한계 (정직히 명시)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원인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'수도권이냐'보다 인구 대비·사건부담이 접근성을 좌우 (인천=수도권인데 하위)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변호사를 늘리는 것만으로는 격차가 안 줄어듦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법률구조 자원 비수도권 우선 배치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 많은 지역 법원 인력 보강 / 로스쿨 정원·배치 연계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데이터가 2시점(2009·현재) — 매년 시계열은 추가 수집 필요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권역이 적어 통계적 검정력 제한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법률구조 데이터가 거친 단위(10도단위)라 일부 권역은 근사 처리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인터랙티브 대시보드 고도화, 연도별 점수 추적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 — 설계·수집·정제·분석·시각화 전부 자체 개발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 — 방법론 골격은 본 과목 제안서에서 설계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'공개 데이터·지도파일'뿐, 모두 출처 명시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KOSIS·사법연감·공단·변협 / 지도(GeoJSON) / 2009 변호사분포(법률저널)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중요도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