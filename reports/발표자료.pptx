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그런데 자원은 어디에 있나?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2. 접근 방법 — 종합 법률 접근성 지수(LLAI)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3개 차원을 하나의 지수로 통합 (0~100)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A1 변호사 접근성 — 인구 10만 명당 변호사 수 (↑ 좋음)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A2 사건 부담 — 변호사 1인당 법원 본안사건 수 (↓ 좋음)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A3 취약계층 접근성 — 법률구조 건수 / 저소득층 (↑ 좋음)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= w₁·A1n + w₂·(1−A2n) + w₃·A3n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가중치 3종(균등·엔트로피·PCA) 병기로 강건성 확인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3.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단위 불일치 → region13 / region10 두 단위 병행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 PDF·변협 다운로드 불가 → KOSIS 우회 + 웹 스크래핑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법원관내 인구 합 = KOSIS 인구와 정확히 일치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본안사건 합 1,106,526 = 사법연감 전국 본안과 일치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4. 결과 ① — LLAI 순위 (region13, 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76387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≫ 압도적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인구 적어 1인당 양호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4. 결과 ② — 코로플레스 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371600"/>
            <a:ext cx="60782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555555"/>
                </a:solidFill>
                <a:latin typeface="Malgun Gothic"/>
              </a:rPr>
              <a:t>서울만 파란색(고접근성), 전국이 붉은색 — 서울 일극 집중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5. 가설 H2 — 변호사 ↔ 사건 부담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81121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강한 음의 상관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r = −0.84 ~ −0.88 (p&lt;0.01)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→ 1인당 부담 폭증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비수도권 서비스 질 저하 우려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서울은 우하단 극단적 이상치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6. 가설 H4 — 양적 팽창의 함정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701678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 (2009→2026)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비수도권 全 권역 비중 하락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HHI 0.53→0.60 (집중 심화)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→ 늘어난 변호사는 서울로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7. 심화 — 서울을 빼고 보면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96772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 부상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인구 커서 희석 / 사건부담↑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핵심: '수도권 우위'는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사실상 서울 단독 현상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지방 내부 격차도 뚜렷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8.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corr(A1,A2) = −0.84~−0.88 (p&lt;0.01)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집중 심화 + 법률구조 격차 확대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일치 — 수도권 1인당 인구 4,039 &lt; 비수도권 5,250 (p=0.19)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GRDP와 접근성 상관 비유의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표본 작음(권역 10~13개) → 검정력 한계 명시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9.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동인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인구 대비·사건부담이 접근성을 좌우 (인천=수도권인데 하위)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양적 팽창만으로는 격차 해소 안 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 제언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지방 변호사 유치 인센티브 / 공단 자원 비수도권 우선 배치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높은 권역 인력 보강 / 로스쿨 정원·배치 연계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10.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2시점(2009·현재) — 연속 시계열은 변호사백서 PDF 보강 필요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표본이 작아 통계적 검정력 제한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A3 공단 10도단위 → region13에선 인구비 근사배분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코로플레스 대시보드 고도화, 시계열 LLAI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