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환산(1=전국 최고, 0=최저) 후 중요도만큼 섞어 ×100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 많고·덜 바쁨 두 축 모두 전국 1등 → 거의 만점(91)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꼴찌 → 바닥(2점)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즉 LLAI는 '전국에서 상대적으로 어느 위치냐'를 0~100으로 보여줌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모두 표준 통계·기계학습 방법. 용어 풀이는 부록 B 참고.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읽는 법 — 막대가 길수록 점수 높음. 서울만 파랑(별도 그룹). ※ '1인당' 지표라 절대 변호사 수와 함께 봐야(제주 154명=전국 최소).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심화 — 서울을 빼고 보면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— 숨은 구조 (심화)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수도권 착시 — 오히려 역전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수도권(경기·인천) 평균 25.8 &lt; 비수도권 35.2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비수도권 내부 격차 — 광역시 vs 도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부산·울산·인천 평균 52.7 ≫ 도 지역 26.3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핵심 변별 요인 이동 — 변호사 수 → 취약계층 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가중치 A1 0.69→0.40, A3 0.17→0.39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변호사↔부담 관계는 지방에서도 성립 (r=−0.80)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Malgun Gothic"/>
              </a:rPr>
              <a:t>낮은 점수(변호사 부족) = 실제로 '나홀로소송'(변호사 없이 재판) 비율이 높다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 일극 집중이 격차와 '가장 강하게 연관' (상관 기반 — 인과 단정 X)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양적 팽창의 한계(H4) — 변호사 3.4배↑에도 서울 쏠림 심해짐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처방은 '총량 늘리기'가 아니라 '분포·공적 공급'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공공변호사·법률구조 인력 비수도권 배치 / 유인책은 '분포 유도'로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지방 내부에선 취약계층 지원(A3)이 핵심 변수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0~1 환산 — 단위 통일(명·건·비율), '클수록 좋음' 일치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