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각 지표를 0~1로 환산(1=전국 최고, 0=최저) 후 중요도만큼 섞어 ×100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서울: 변호사 많고·덜 바쁨 두 축 모두 전국 1등 → 거의 만점(91)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강원: 두 축 모두 전국 꼴찌 → 바닥(2점)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즉 LLAI는 '전국에서 상대적으로 어느 위치냐'를 0~100으로 보여줌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모두 표준 통계·기계학습 방법. 용어 풀이는 부록 B 참고.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 입증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가중치 3종 — 자의성 방지, 어떤 방식이든 서울 1위(강건성)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왜 0~1 환산 — 단위 통일(명·건·비율), '클수록 좋음' 일치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