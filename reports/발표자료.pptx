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0~1로 환산(1=전국 최고, 0=최저) 후 중요도만큼 섞어 ×100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 많고·덜 바쁨 두 축 모두 전국 1등 → 거의 만점(91)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강원: 두 축 모두 전국 꼴찌 → 바닥(2점)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즉 LLAI는 '전국에서 상대적으로 어느 위치냐'를 0~100으로 보여줌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기법 한눈에 (무엇·어떻게·왜)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023360"/>
                <a:gridCol w="4206240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/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지표를 0~1로 통일(A2 뒤집음)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단위 통일 · 0~100 직관 해석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가중치 산정 (엔트로피·PCA)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세 지표 합칠 비중 정하기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자의성 방지 → 강건성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LLAI 합성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정규화 지표 가중평균 ×100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단순·투명한 점수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상관분석 (Pearson·Spearman)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값이 같이 움직이나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이상치(서울) 대비 교차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집단 비교 (Mann-Whitney 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집단 차이 검정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표본 작아 → 비모수 검정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군집분석 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비슷한 권역끼리 묶기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유형 분류 · 묶음 수 객관 선정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집중도 (HHI · 변동계수)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한 곳에 몰린 정도 수치화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집중·격차 변화 직접 측정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코로플레스 지도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지역 경계 합쳐 색칠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격차를 한눈에 전달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모두 표준 통계·기계학습 방법. 용어 풀이는 부록 B 참고.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(인구 적어 1인당 양호)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막대가 길수록 점수 높음. 서울만 홀로 길고 파랑(별도 그룹), 나머지는 짧고 빨강.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심화 — 서울을 빼고 보면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— 숨은 구조 (심화)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수도권 착시 — 오히려 역전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수도권(경기·인천) 평균 25.8 &lt; 비수도권 35.2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비수도권 내부 격차 — 광역시 vs 도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부산·울산·인천 평균 52.7 ≫ 도 지역 26.3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핵심 변별 요인 이동 — 변호사 수 → 취약계층 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가중치 A1 0.69→0.40, A3 0.17→0.39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변호사↔부담 관계는 지방에서도 성립 (r=−0.80)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H2 ✅ 강하게 지지 — 변호사 많을수록 사건부담↓ (서울 빼도 성립)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H1 △ 방향만 맞음 — 수도권이 유리하나 표본 작아 확정 못 함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H3 △ 약함 — 소득과 접근성의 관계는 뚜렷하지 않음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권역이 10~13개로 적어 통계적 확신에는 한계 (정직히 명시)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자원의 서울 일극 집중이 격차의 핵심 원인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'수도권이냐'보다 인구 대비·사건부담이 접근성을 좌우 (인천=수도권인데 하위)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변호사를 늘리는 것만으로는 격차가 안 줄어듦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지방끼리는 '취약계층 법률 지원'이 격차의 핵심 → 법률구조 자원 배분 중요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정책: 지방 변호사 인센티브 · 공단 자원 비수도권 우선 · 사건 많은 권역 인력 보강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데이터가 2시점(2009·현재) — 매년 시계열은 추가 수집 필요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권역이 적어 통계적 검정력 제한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법률구조 데이터가 거친 단위(10도단위)라 일부 권역은 근사 처리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향후: 인터랙티브 대시보드 고도화, 연도별 점수 추적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분석은 26-1 빅데이터컴퓨팅 기말 프로젝트로 직접 수행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선행연구(타인) 차용: 없음 — 설계·수집·정제·분석·시각화 전부 자체 개발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본인 이전 연구 차용: 없음 — 방법론 골격은 본 과목 제안서에서 설계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'공개 데이터·지도파일'뿐, 모두 출처 명시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KOSIS·사법연감·공단·변협 / 지도(GeoJSON) / 2009 변호사분포(법률저널)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데이터는 차용, 수집·정제·지수개발·분석·해석은 100% 본 프로젝트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 입증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가중치 3종 — 자의성 방지, 어떤 방식이든 서울 1위(강건성)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0~1 환산 — 단위 통일(명·건·비율), '클수록 좋음' 일치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