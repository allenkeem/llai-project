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대한민국 법률 서비스 접근성 불균형 분석</a:t>
            </a:r>
          </a:p>
          <a:p>
            <a:r>
              <a:rPr sz="2200">
                <a:solidFill>
                  <a:srgbClr val="C44E52"/>
                </a:solidFill>
                <a:latin typeface="Malgun Gothic"/>
              </a:rPr>
              <a:t>지역별 종합 법률 접근성 지수(LLAI) 개발 및 격차 탐색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555555"/>
                </a:solidFill>
                <a:latin typeface="Malgun Gothic"/>
              </a:rPr>
              <a:t>서강대학교 빅데이터컴퓨팅(BDS3010) · 20210717 김찬우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연구 범위 · 선행연구 차용 여부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본 분석은 26-1 빅데이터컴퓨팅 기말 프로젝트로 직접 수행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선행연구(타인) 차용: 없음</a:t>
            </a:r>
          </a:p>
          <a:p>
            <a:pPr lvl="1">
              <a:spcAft>
                <a:spcPts val="9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LLAI 지수 설계·수집·정제·분석·시각화 코드 전부 자체 개발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본인 이전 연구 차용: 없음</a:t>
            </a:r>
          </a:p>
          <a:p>
            <a:pPr lvl="1">
              <a:spcAft>
                <a:spcPts val="9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분석 주제·방법론 골격은 본 과목 제안서에서 직접 설계 → 기말에 구현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외부에서 가져온 것은 '공개 raw data'와 '경계 파일'뿐 (모두 출처 명시)</a:t>
            </a:r>
          </a:p>
          <a:p>
            <a:pPr lvl="1">
              <a:spcAft>
                <a:spcPts val="9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KOSIS·사법연감·법률구조공단·대한변협 공공데이터</a:t>
            </a:r>
          </a:p>
          <a:p>
            <a:pPr lvl="1">
              <a:spcAft>
                <a:spcPts val="9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시도경계 GeoJSON(southkorea-maps), 2009 변호사 분포(법률저널 2010 인용)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→ 데이터는 차용, 수집·정제·지수개발·분석·해석은 100% 본 프로젝트 수행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1. 왜 이 문제인가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로스쿨 도입(2009) 이후 변호사 4만 명 시대 — 그런데 자원은 어디에 있나?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서울·수도권 집중 vs 지방 부족, 취약계층 사각지대 우려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법률 서비스 접근성의 지역 불균형 = 사법 정의와 직결된 사회 문제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연구 질문: 어느 지역이, 얼마나 법적 보호에서 소외되는가?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2. 접근 방법 — 종합 법률 접근성 지수(LLAI)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3개 차원을 하나의 지수로 통합 (0~100)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A1 변호사 접근성 — 인구 10만 명당 변호사 수 (↑ 좋음)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A2 사건 부담 — 변호사 1인당 법원 본안사건 수 (↓ 좋음)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A3 취약계층 접근성 — 법률구조 건수 / 저소득층 (↑ 좋음)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LLAI = w₁·A1n + w₂·(1−A2n) + w₃·A3n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가중치 3종(균등·엔트로피·PCA) 병기로 강건성 확인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3. 데이터 5종과 두 가지 난관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출처: 변협(스크랩)·사법연감·법률구조공단·KOSIS·시도경계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1 — 출처별 지역 단위 불일치 → region13 / region10 두 단위 병행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2 — 공단 PDF·변협 다운로드 불가 → KOSIS 우회 + 웹 스크래핑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신뢰성 검증: 법원관내 인구 합 = KOSIS 인구와 정확히 일치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본안사건 합 1,106,526 = 사법연감 전국 본안과 일치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4. 데이터 수집 · raw data 정제 방법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[수집] 출처별 방식이 달라 4가지로 수집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변협 회원현황: 웹 스크래핑(urllib + HTML 표 파싱) — 다운로드 미지원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KOSIS(인구·GRDP·수급자)·공단(법률구조)·사법연감: 엑셀/CSV 다운로드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[정제] raw → tidy(정형) 파이프라인 (src/prepare)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인코딩 자동판별(cp949/utf-8), 가로형→세로형 변환·다중헤더 파싱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시도명 표준화: 옛/신 명칭 통일(강원도↔강원특별자치도 등)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지역 단위 매핑: 14지방회·법원관내·도단위 → 13권역/10도단위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공단 반기→연 합산, 사법연감 '본안사건' 추출(비송 제외)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결측·이상치 처리 → 권역×연도 패널 구조화 → 합계 교차검증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5. 결과 ① — LLAI 순위 (region13, 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376387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828800"/>
            <a:ext cx="49377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 91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≫ 압도적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울산·제주 2·3위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인구 적어 1인당 양호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인천은 하위권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사건부담 높음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5. 결과 ② — 코로플레스 지도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371600"/>
            <a:ext cx="6078236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>
                <a:solidFill>
                  <a:srgbClr val="555555"/>
                </a:solidFill>
                <a:latin typeface="Malgun Gothic"/>
              </a:rPr>
              <a:t>서울만 파란색(고접근성), 전국이 붉은색 — 서울 일극 집중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6. 가설 H2 — 변호사 ↔ 사건 부담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2_scatter_a1_a2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811212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8288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강한 음의 상관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r = −0.84 ~ −0.88 (p&lt;0.01)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부족 → 1인당 부담 폭증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비수도권 서비스 질 저하 우려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서울은 우하단 극단적 이상치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7. 가설 H4 — 양적 팽창의 함정 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8_lawyer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701678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73736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변호사 3.4배↑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9,612 → 32,273명 (2009→2026)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그런데 서울 비중 71%→76%↑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비수도권 全 권역 비중 하락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HHI 0.53→0.60 (집중 심화)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→ 늘어난 변호사는 서울로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8. 심화 — 서울을 빼고 보면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96772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8288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부산·울산·제주 상위 부상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경기·인천은 중하위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인구 커서 희석 / 사건부담↑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핵심: '수도권 우위'는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사실상 서울 단독 현상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지방 내부 격차도 뚜렷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9. 가설 검정 종합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H2 ✅ 강하게 지지 — corr(A1,A2) = −0.84~−0.88 (p&lt;0.01)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H4 ✅ 지지 — 변호사 3.4배↑에도 서울 집중 심화 + 법률구조 격차 확대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H1 △ 방향만 일치 — 수도권 1인당 인구 4,039 &lt; 비수도권 5,250 (p=0.19)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H3 △ 약함 — GRDP와 접근성 상관 비유의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표본 작음(권역 10~13개) → 검정력 한계 명시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10. 결론 · 정책 시사점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자원의 서울 일극 집중이 격차의 핵심 동인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인구 대비·사건부담이 접근성을 좌우 (인천=수도권인데 하위)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양적 팽창만으로는 격차 해소 안 됨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정책 제언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지방 변호사 유치 인센티브 / 공단 자원 비수도권 우선 배치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사건부담 높은 권역 인력 보강 / 로스쿨 정원·배치 연계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11. 한계와 향후 과제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2시점(2009·현재) — 연속 시계열은 변호사백서 PDF 보강 필요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표본이 작아 통계적 검정력 제한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A3 공단 10도단위 → region13에선 인구비 근사배분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향후: 코로플레스 대시보드 고도화, 시계열 LLAI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감사합니다</a:t>
            </a:r>
          </a:p>
          <a:p>
            <a:r>
              <a:rPr sz="2000">
                <a:solidFill>
                  <a:srgbClr val="C44E52"/>
                </a:solidFill>
                <a:latin typeface="Malgun Gothic"/>
              </a:rPr>
              <a:t>코드·노트북·인터랙티브 지도: github.com/Allenkeem/llai-project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