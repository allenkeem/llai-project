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0" r:id="rId31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이 발표, 한 줄로 말하면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Malgun Gothic"/>
              </a:rPr>
              <a:t>변호사는 서울에 쏠려 있고, 아무리 늘려도 그 쏠림은 줄지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했나 — 법률 도움(변호사·법원·법률구조)이 지역마다 얼마나 다른지</a:t>
            </a:r>
          </a:p>
          <a:p>
            <a:pPr lvl="1"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– 하나의 점수(LLAI, 0~100점)로 환산해 비교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찾았나 — 서울만 점수가 압도적, 지방은 변호사가 적고 더 바쁨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왜 문제인가 — 변호사가 3배 넘게 늘어도 서울 집중은 오히려 더 심해짐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2. 어떻게 측정하나 — 법률 접근성 점수(LLAI)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세 가지를 각각 0~100점으로 바꿔, 중요도만큼 섞어 하나의 점수로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① 변호사 충분한가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(인구 대비 변호사 수)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② 안 바쁜가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(변호사 1인당 사건 수↓)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③ 약자도 받나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(법률구조 이용)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31089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2651760"/>
            <a:ext cx="1828800" cy="155448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법률 접근성 점수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0~100점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점수가 높을수록 그 지역의 법률 접근성이 좋다는 뜻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'중요도(가중치)'는 데이터가 객관적으로 정함 — 사람이 임의로 안 정함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정확한 식: LLAI = w₁·A1ⁿ + w₂·(1−A2ⁿ) + w₃·A3ⁿ  (ⁿ = 0~1로 맞춘 값, A2는 적을수록 좋아 1에서 뺌)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비슷한 권역 묶기 · 가설 4개 검정 · 지도 시각화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구분이 제각각 → 13권역 / 10도단위 두 가지로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공단·변협은 다운로드 불가 → 웹 스크래핑 + KOSIS 우회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 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법원 사건 합계도 공식 통계와 정확히 일치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5. 데이터 수집 · 정제(raw → 깔끔한 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스크래핑(화면에서 자동으로 표 긁어오기)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제각각인 원본을 분석용 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글자 깨짐(인코딩) 처리, 가로로 긴 표 → 세로로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지역 이름 통일, 서로 다른 지역 구분을 하나의 기준(권역)으로 매핑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법원 사건은 '실제 재판 사건(본안)'만 사용 — 등기·공탁 등 단순 절차 제외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빠진 값 처리 → 권역×연도 표 완성 → 합계로 교차검증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CSV(가로로 긴 표)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14행(현재값)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지도파일(GeoJSON)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17개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칸 → 정제 → 분석용 표 234·180행 → 최종 비교 13개 권역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양(Volume)은 중간 — 핵심은 '종류 다양(5출처·4형식)'과 '서로 다른 기준 맞추기'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작업의 무게중심 = 분석보다 '수집·정제(데이터 다듬기)'에 있음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6. 점수는 어떻게 나오나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각 지표를 0~1로 환산(1=전국 최고, 0=최저) 후 중요도만큼 섞어 ×100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0" y="2468880"/>
          <a:ext cx="8778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03120"/>
                <a:gridCol w="2103120"/>
                <a:gridCol w="1737360"/>
                <a:gridCol w="15544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안 바쁨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약자지원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→ 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91점</a:t>
                      </a:r>
                    </a:p>
                  </a:txBody>
                  <a:tcPr anchor="ctr"/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2점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서울: 변호사 많고·덜 바쁨 두 축 모두 전국 1등 → 거의 만점(91)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강원: 두 축 모두 전국 꼴찌 → 바닥(2점)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즉 LLAI는 '전국에서 상대적으로 어느 위치냐'를 0~100으로 보여줌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분석 기법 한눈에 (무엇·어떻게·왜)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023360"/>
                <a:gridCol w="4206240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/ 어떻게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Min-Max 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지표를 0~1로 통일(A2 뒤집음)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단위 통일 · 0~100 직관 해석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가중치 산정 (엔트로피·PCA)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세 지표 합칠 비중 정하기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자의성 방지 → 강건성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LLAI 합성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정규화 지표 가중평균 ×100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단순·투명한 점수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상관분석 (Pearson·Spearman)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값이 같이 움직이나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이상치(서울) 대비 교차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집단 비교 (Mann-Whitney U)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집단 차이 검정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표본 작아 → 비모수 검정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군집분석 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비슷한 권역끼리 묶기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유형 분류 · 묶음 수 객관 선정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집중도 (HHI · 변동계수)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한 곳에 몰린 정도 수치화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집중·격차 변화 직접 측정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코로플레스 지도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지역 경계 합쳐 색칠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격차를 한눈에 전달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모두 표준 통계·기계학습 방법. 용어 풀이는 부록 B 참고.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① — 지역별 점수 순위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91점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(인구 적어 1인당 양호)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(사건이 많아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📊 읽는 법 — 막대가 길수록 점수 높음. 서울만 파랑(별도 그룹). ※ '1인당' 지표라 절대 변호사 수와 함께 봐야(제주 154명=전국 최소).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② — 지역별 색지도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파랑=점수 높음(좋음), 빨강=낮음(나쁨).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8. 가설 H2 — 변호사 많을수록 덜 바쁘다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73736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변호사 많은 곳일수록 1인당 사건부담 ↓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두 값의 관계 = −0.85 (강한 반대 방향)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'반대 방향' = 한쪽 늘면 다른 쪽 줆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바람직한 관계 (변호사 많으면 덜 바쁨)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서울은 우하단 극단 (많고 + 안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지방은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9. 가설 H4 — 늘려도 격차는 안 준다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지방은 全 권역 비중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= 쏠림 더 심해짐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① — 누가 올라오나 (지도)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서울을 빼고 12권역만 다시 점수화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상위로 올라옴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 좋다'는 건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 '서울만 좋다'였던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 후 다시 점수화(서울 회색). 색 범위가 넓어져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② — 그래서 무엇이 보이나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0020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핵심: '수도권 우위'는 서울을 빼면 역전된다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경기·인천이 오히려 평균 이하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부산·울산 등 광역시가 지방 상위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변별 요인도 바뀐다: 변호사 수 → 취약계층 지원(A3)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뺀 12권역 점수 순위. 부산·울산·제주 상위, 강원·충북 최하.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그래서 뭐? — 변호사 없이 받는 재판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소액은 81.8%)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35%(최저) vs 대구 51%·수원 48%·인천 48%(최고)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방어권·승소율에서 불이익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격차는 '숫자'가 아니라 '재판의 질' 문제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※ 현재는 4개 법원 사례로 '방향' 제시 — 13권역 전수 상관은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소액사건은 81.8%)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35%(전국 최저) vs 대구 51% · 수원 48% · 인천 48%(최고)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 가능성에서 직접 불이익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본 분석 하위권 인천(LLAI 5.0)도 나홀로소송 48% → 두 지표가 같은 방향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→ LLAI 격차는 '숫자'가 아니라 시민이 겪는 '재판의 질'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55555"/>
                </a:solidFill>
                <a:latin typeface="Malgun Gothic"/>
              </a:rPr>
              <a:t>※ 출처: 사법연감·박주민 의원실(리걸타임즈·뉴스1 보도). 외부 통계 인용으로 본 연구 분석과 구분.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H2 ✅ 지지 — 변호사 적을수록 1인당 부담↑ (인구당 사건수 교차검증 +0.91로 순환성 보완)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H4 ✅ 지지 — 변호사 3.4배↑에도 서울 쏠림 심해짐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H1 △ 방향만 맞음 — 수도권 유리하나 표본 작아 확정 못 함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H3 △ 약함 — 소득과 접근성 관계 뚜렷하지 않음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권역 10~13개로 적어 통계적 확신엔 한계 (정직히 명시)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[헤드라인] 변호사 3.4배 늘려도 서울 쏠림은 심해졌다 (H4)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algun Gothic"/>
              </a:rPr>
              <a:t>– 9,612→32,273명인데 서울 비중 71%→76% — 양적 팽창의 실패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서울 일극 집중이 격차와 가장 강하게 연관 (인천=수도권인데 하위)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실질 결과 — 변호사 부족 지역일수록 나홀로소송↑ (재판의 질 문제)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처방은 '총량'이 아니라 '분포·공적 공급' (공공변호사·법률구조 배치)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검정력 한계 — 17개 시도라 표본 작음 → H1·H3는 방향만(△)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핵심 기여는 '검정'보다 통합 파이프라인·지수·실질 임팩트 연결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기준 시점 혼합 — 변호사 2026 현재·인구/사건 2024 (완전 일치 X)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H4는 변호사 2시점 비교(추세선 아님) + 법률구조 시계열로 보강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타당성 — LLAI는 1인당 지표라 절대 규모(선택지)와 함께 봐야 (제주 154명)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'빅'데이터 — 양은 중간, 핵심은 다출처 수집·정제·통합(Variety·Veracity)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[학술 윤리] 타인 연구 복제·표절 없음 — 코드·지수·분석 전부 자체 개발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단, '선행연구가 없다'는 뜻은 아님 — 기존 연구는 분명히 존재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사법정책연구원·법률구조공단 보고서, 변호사 정원-접근성 연구(서울대 등)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지수의 표준 지표(10만명당 변호사 수)도 기존 연구 관행을 따름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한계 — 기존 지수와의 정량 벤치마킹은 미수행 (향후 과제)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공개 데이터·지도파일뿐, 모두 출처 명시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0" y="1554480"/>
          <a:ext cx="6675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 사건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 구조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 입증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'본안사건'인가 — 전체의 60%가 등기·공탁(단순 절차) → 실제 재판만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가중치 3종 — 자의성 방지, 어떤 방식이든 서울 1위(강건성)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0~1 환산 — 단위 통일(명·건·비율), '클수록 좋음' 일치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쉽게 말하면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실제로 다투는 재판 사건(민사·형사·가사). 변호사가 실제 일하는 사건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등기·공탁처럼 다툼 없는 단순 행정 절차 → 분석에서 제외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변호사(쉬는 사람 제외)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돈 없는 사람에게 무료·저비용으로 법률 도와주는 제도(공단)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단위 다른 값을 0~1로 맞춰 비교 가능하게 만들기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지역마다 차이가 큰(=중요한) 지표에 비중을 더 주는 방식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 / 변동계수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한 곳에 얼마나 쏠렸나 / 격차가 얼마나 큰가를 나타내는 수치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군집분석(K-means)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비슷한 지역끼리 자동으로 묶는 방법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코로플레스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지역별 값을 색 진하기로 보여주는 지도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